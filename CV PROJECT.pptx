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12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34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58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72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13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61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2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84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7292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014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7683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07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115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34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16B26-B8BF-4C99-92EB-9FE1E650EA7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54CD64E-7BCB-4B31-AEDF-CCC443F85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176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9B69-4FDC-4893-BFBC-CB1AB4B241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CV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05784-74A9-5E8A-A493-BE3B28BE8A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Shell Gender- RA2211031010173</a:t>
            </a:r>
          </a:p>
          <a:p>
            <a:r>
              <a:rPr lang="en-IN" dirty="0"/>
              <a:t>Aaditya Ranjan-RA2211031010171</a:t>
            </a:r>
          </a:p>
          <a:p>
            <a:r>
              <a:rPr lang="en-IN" dirty="0"/>
              <a:t>Shashank </a:t>
            </a:r>
            <a:r>
              <a:rPr lang="en-IN" dirty="0" err="1"/>
              <a:t>Bhogha</a:t>
            </a:r>
            <a:r>
              <a:rPr lang="en-IN" dirty="0"/>
              <a:t>- RA2211031010159</a:t>
            </a:r>
          </a:p>
        </p:txBody>
      </p:sp>
    </p:spTree>
    <p:extLst>
      <p:ext uri="{BB962C8B-B14F-4D97-AF65-F5344CB8AC3E}">
        <p14:creationId xmlns:p14="http://schemas.microsoft.com/office/powerpoint/2010/main" val="2829465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A9B5-66FB-6251-5670-3D5756700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Edge and Corner Detection in Images using OpenCV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8351D-AE2D-2A36-64E7-27B223F2A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2603499"/>
            <a:ext cx="10392697" cy="4003777"/>
          </a:xfrm>
        </p:spPr>
        <p:txBody>
          <a:bodyPr>
            <a:normAutofit/>
          </a:bodyPr>
          <a:lstStyle/>
          <a:p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Edge &amp; Corner Detection are computer vision techniques used to identify important structural boundaries and key feature points in an image.</a:t>
            </a:r>
          </a:p>
          <a:p>
            <a:pPr marL="0" indent="0">
              <a:buNone/>
            </a:pPr>
            <a:r>
              <a:rPr lang="en-US" b="1" dirty="0"/>
              <a:t>Edges</a:t>
            </a:r>
            <a:r>
              <a:rPr lang="en-US" dirty="0"/>
              <a:t>: Regions with abrupt intensity change</a:t>
            </a:r>
          </a:p>
          <a:p>
            <a:pPr marL="0" indent="0">
              <a:buNone/>
            </a:pPr>
            <a:r>
              <a:rPr lang="en-US" b="1" dirty="0"/>
              <a:t>Corners</a:t>
            </a:r>
            <a:r>
              <a:rPr lang="en-US" dirty="0"/>
              <a:t>: Points where two or more edges intersect</a:t>
            </a:r>
          </a:p>
          <a:p>
            <a:r>
              <a:rPr lang="en-US" b="1" dirty="0"/>
              <a:t>Purpose</a:t>
            </a:r>
          </a:p>
          <a:p>
            <a:pPr marL="0" indent="0">
              <a:buNone/>
            </a:pPr>
            <a:r>
              <a:rPr lang="en-US" dirty="0"/>
              <a:t>Detect object boundaries clearly</a:t>
            </a:r>
          </a:p>
          <a:p>
            <a:pPr marL="0" indent="0">
              <a:buNone/>
            </a:pPr>
            <a:r>
              <a:rPr lang="en-US" dirty="0"/>
              <a:t>Extract key feature points for recognition</a:t>
            </a:r>
          </a:p>
          <a:p>
            <a:pPr marL="0" indent="0">
              <a:buNone/>
            </a:pPr>
            <a:r>
              <a:rPr lang="en-US" dirty="0"/>
              <a:t>Improve accuracy in tracking &amp; matching</a:t>
            </a:r>
          </a:p>
          <a:p>
            <a:pPr marL="0" indent="0">
              <a:buNone/>
            </a:pPr>
            <a:r>
              <a:rPr lang="en-US" dirty="0"/>
              <a:t>Preprocess image for further ML/CV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67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845AED-CAFD-6BF7-7011-FE850BEFB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Used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F5BC-DED7-8324-C218-C13C970DBA8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2480" y="2379663"/>
            <a:ext cx="9491345" cy="437515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Gaussian Blur</a:t>
            </a:r>
          </a:p>
          <a:p>
            <a:pPr marL="0" indent="0">
              <a:buNone/>
            </a:pPr>
            <a:r>
              <a:rPr lang="en-US" dirty="0"/>
              <a:t>Removes noise before detection</a:t>
            </a:r>
          </a:p>
          <a:p>
            <a:pPr marL="0" indent="0">
              <a:buNone/>
            </a:pPr>
            <a:r>
              <a:rPr lang="en-US" dirty="0"/>
              <a:t>Smoothens image for clean edges</a:t>
            </a:r>
          </a:p>
          <a:p>
            <a:r>
              <a:rPr lang="en-US" b="1" dirty="0"/>
              <a:t>Canny Edge Detection</a:t>
            </a:r>
          </a:p>
          <a:p>
            <a:pPr marL="0" indent="0">
              <a:buNone/>
            </a:pPr>
            <a:r>
              <a:rPr lang="en-US" dirty="0"/>
              <a:t>Multi-stage edge detection</a:t>
            </a:r>
          </a:p>
          <a:p>
            <a:pPr marL="0" indent="0">
              <a:buNone/>
            </a:pPr>
            <a:r>
              <a:rPr lang="en-US" dirty="0"/>
              <a:t>Identifies strong &amp; weak edges</a:t>
            </a:r>
          </a:p>
          <a:p>
            <a:pPr marL="0" indent="0">
              <a:buNone/>
            </a:pPr>
            <a:r>
              <a:rPr lang="en-US" dirty="0"/>
              <a:t>Uses gradient + dual thresholding</a:t>
            </a:r>
          </a:p>
          <a:p>
            <a:r>
              <a:rPr lang="en-US" b="1" dirty="0"/>
              <a:t> Harris Corner Detection</a:t>
            </a:r>
          </a:p>
          <a:p>
            <a:pPr marL="0" indent="0">
              <a:buNone/>
            </a:pPr>
            <a:r>
              <a:rPr lang="en-US" dirty="0"/>
              <a:t>Detects intersection points of edges</a:t>
            </a:r>
          </a:p>
          <a:p>
            <a:pPr marL="0" indent="0">
              <a:buNone/>
            </a:pPr>
            <a:r>
              <a:rPr lang="en-US" dirty="0"/>
              <a:t>Finds stable corner points for feature extraction</a:t>
            </a:r>
          </a:p>
          <a:p>
            <a:pPr marL="0" indent="0">
              <a:buNone/>
            </a:pPr>
            <a:r>
              <a:rPr lang="en-US" dirty="0"/>
              <a:t>Highlights corners in the image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424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1B2F3C-9DF4-AFC7-0B39-A1DE4B016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3067665" cy="32303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38527-5270-3E4E-9882-FC2F39E74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24" y="3333362"/>
            <a:ext cx="3382296" cy="35246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9343E-FFAE-281A-ED64-5017A8CF9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620" y="0"/>
            <a:ext cx="3463130" cy="3629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705A58-461B-8DAA-5593-307C26112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851" y="3536552"/>
            <a:ext cx="3716149" cy="332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6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B83C-D021-9677-55B4-673FAFA29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Recognition using Boundary Descriptors and Image Moments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66B26-F556-4FF3-B8BF-055501213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8" y="2438400"/>
            <a:ext cx="11130116" cy="4198374"/>
          </a:xfrm>
        </p:spPr>
        <p:txBody>
          <a:bodyPr>
            <a:normAutofit/>
          </a:bodyPr>
          <a:lstStyle/>
          <a:p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Shape recognition is a computer vision technique used to identify geometric objects in an image based on their contours, boundary structure, and statistical image features.</a:t>
            </a:r>
          </a:p>
          <a:p>
            <a:pPr marL="0" indent="0">
              <a:buNone/>
            </a:pPr>
            <a:r>
              <a:rPr lang="en-US" b="1" dirty="0"/>
              <a:t>Boundary Descriptors</a:t>
            </a:r>
            <a:r>
              <a:rPr lang="en-US" dirty="0"/>
              <a:t>: Analyze shape outlines (contours, vertices, perimeter).</a:t>
            </a:r>
          </a:p>
          <a:p>
            <a:pPr marL="0" indent="0">
              <a:buNone/>
            </a:pPr>
            <a:r>
              <a:rPr lang="en-US" b="1" dirty="0"/>
              <a:t>Image Moments</a:t>
            </a:r>
            <a:r>
              <a:rPr lang="en-US" dirty="0"/>
              <a:t>: Numerical values that represent shape geometry &amp; pixel distribution.</a:t>
            </a:r>
          </a:p>
          <a:p>
            <a:r>
              <a:rPr lang="en-US" b="1" dirty="0"/>
              <a:t>Purpose</a:t>
            </a:r>
          </a:p>
          <a:p>
            <a:pPr marL="0" indent="0">
              <a:buNone/>
            </a:pPr>
            <a:r>
              <a:rPr lang="en-US" dirty="0"/>
              <a:t>Automatically detect and classify shapes in an image</a:t>
            </a:r>
          </a:p>
          <a:p>
            <a:pPr marL="0" indent="0">
              <a:buNone/>
            </a:pPr>
            <a:r>
              <a:rPr lang="en-US" dirty="0"/>
              <a:t>Extract geometric features for recognition</a:t>
            </a:r>
          </a:p>
          <a:p>
            <a:pPr marL="0" indent="0">
              <a:buNone/>
            </a:pPr>
            <a:r>
              <a:rPr lang="en-US" dirty="0"/>
              <a:t>Perform contour-based and moment-based shape analysis</a:t>
            </a:r>
          </a:p>
          <a:p>
            <a:pPr marL="0" indent="0">
              <a:buNone/>
            </a:pPr>
            <a:r>
              <a:rPr lang="en-US" dirty="0"/>
              <a:t>Enable shape-based object detection in real-world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65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EA45-B6C6-6CDD-DD3A-CD6BCCA7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9CBC7-75A7-F863-CC90-A3FB7D0F1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1737361"/>
            <a:ext cx="10707329" cy="4987904"/>
          </a:xfrm>
        </p:spPr>
        <p:txBody>
          <a:bodyPr>
            <a:normAutofit/>
          </a:bodyPr>
          <a:lstStyle/>
          <a:p>
            <a:r>
              <a:rPr lang="en-IN" b="1" dirty="0"/>
              <a:t>Boundary Descriptors</a:t>
            </a:r>
          </a:p>
          <a:p>
            <a:pPr marL="0" indent="0">
              <a:buNone/>
            </a:pPr>
            <a:r>
              <a:rPr lang="en-IN" dirty="0"/>
              <a:t>Contours extraction</a:t>
            </a:r>
          </a:p>
          <a:p>
            <a:pPr marL="0" indent="0">
              <a:buNone/>
            </a:pPr>
            <a:r>
              <a:rPr lang="en-IN" dirty="0"/>
              <a:t>Perimeter &amp; area calculation</a:t>
            </a:r>
          </a:p>
          <a:p>
            <a:pPr marL="0" indent="0">
              <a:buNone/>
            </a:pPr>
            <a:r>
              <a:rPr lang="en-IN" dirty="0"/>
              <a:t>Polygon approximation (</a:t>
            </a:r>
            <a:r>
              <a:rPr lang="en-IN" dirty="0" err="1"/>
              <a:t>approxPolyDP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Vertex counting (for triangle, square, star etc.)</a:t>
            </a:r>
          </a:p>
          <a:p>
            <a:r>
              <a:rPr lang="en-IN" b="1" dirty="0"/>
              <a:t>Image Moments (Hu Moments)</a:t>
            </a:r>
          </a:p>
          <a:p>
            <a:pPr marL="0" indent="0">
              <a:buNone/>
            </a:pPr>
            <a:r>
              <a:rPr lang="en-IN" dirty="0"/>
              <a:t>Calculate spatial &amp; central pixel distribution</a:t>
            </a:r>
          </a:p>
          <a:p>
            <a:pPr marL="0" indent="0">
              <a:buNone/>
            </a:pPr>
            <a:r>
              <a:rPr lang="en-IN" dirty="0"/>
              <a:t>Used to detect circular shapes &amp; complex patterns</a:t>
            </a:r>
          </a:p>
          <a:p>
            <a:pPr marL="0" indent="0">
              <a:buNone/>
            </a:pPr>
            <a:r>
              <a:rPr lang="en-IN" dirty="0"/>
              <a:t>Rotation &amp; scale invariant shape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453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49CCB-9D16-0E79-D50E-63C33F0F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907A7-0FC2-4A02-F1FE-3B5B0F65E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5808" y="2160588"/>
            <a:ext cx="4300422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34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2E218-6A1A-A365-6762-0E7403E39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IRIS DETECTION USING HOUGH TRANSFORM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41657-5875-55B1-79BA-EE1CADA49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082801"/>
            <a:ext cx="10884308" cy="4426154"/>
          </a:xfrm>
        </p:spPr>
        <p:txBody>
          <a:bodyPr>
            <a:normAutofit/>
          </a:bodyPr>
          <a:lstStyle/>
          <a:p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Human iris detection is a biometric computer vision technique used to locate and segment the iris region in an eye image.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It identifies the circular boundary of the </a:t>
            </a:r>
            <a:r>
              <a:rPr lang="en-US" b="1" dirty="0"/>
              <a:t>pupil and iris</a:t>
            </a:r>
            <a:r>
              <a:rPr lang="en-US" dirty="0"/>
              <a:t> using shape-based detection algorithms like </a:t>
            </a:r>
            <a:r>
              <a:rPr lang="en-US" b="1" dirty="0"/>
              <a:t>Hough Circle Transform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Purpose</a:t>
            </a:r>
          </a:p>
          <a:p>
            <a:pPr marL="0" indent="0">
              <a:buNone/>
            </a:pPr>
            <a:r>
              <a:rPr lang="en-US" dirty="0"/>
              <a:t>Identify iris region for biometric recognition</a:t>
            </a:r>
          </a:p>
          <a:p>
            <a:pPr marL="0" indent="0">
              <a:buNone/>
            </a:pPr>
            <a:r>
              <a:rPr lang="en-US" dirty="0"/>
              <a:t>Extract circular eye features accurately</a:t>
            </a:r>
          </a:p>
          <a:p>
            <a:pPr marL="0" indent="0">
              <a:buNone/>
            </a:pPr>
            <a:r>
              <a:rPr lang="en-US" dirty="0"/>
              <a:t>Enable iris-based authentication systems</a:t>
            </a:r>
          </a:p>
          <a:p>
            <a:pPr marL="0" indent="0">
              <a:buNone/>
            </a:pPr>
            <a:r>
              <a:rPr lang="en-US" dirty="0"/>
              <a:t>Preprocessing step for iris segmentation &amp; feature matching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83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113D0-FD98-0C04-C627-AFD4D82D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65275-0B4C-00F9-37AC-96788671B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6081"/>
            <a:ext cx="8596668" cy="4385282"/>
          </a:xfrm>
        </p:spPr>
        <p:txBody>
          <a:bodyPr>
            <a:normAutofit/>
          </a:bodyPr>
          <a:lstStyle/>
          <a:p>
            <a:r>
              <a:rPr lang="en-IN" b="1" dirty="0"/>
              <a:t> Preprocessing</a:t>
            </a:r>
          </a:p>
          <a:p>
            <a:pPr marL="0" indent="0">
              <a:buNone/>
            </a:pPr>
            <a:r>
              <a:rPr lang="en-IN" dirty="0"/>
              <a:t>Convert image to grayscale</a:t>
            </a:r>
          </a:p>
          <a:p>
            <a:pPr marL="0" indent="0">
              <a:buNone/>
            </a:pPr>
            <a:r>
              <a:rPr lang="en-IN" dirty="0"/>
              <a:t>Apply Gaussian blur to remove noise</a:t>
            </a:r>
          </a:p>
          <a:p>
            <a:r>
              <a:rPr lang="en-IN" b="1" dirty="0"/>
              <a:t> Hough Circle Transform</a:t>
            </a:r>
          </a:p>
          <a:p>
            <a:pPr marL="0" indent="0">
              <a:buNone/>
            </a:pPr>
            <a:r>
              <a:rPr lang="en-IN" dirty="0"/>
              <a:t>Detects circular patterns in images</a:t>
            </a:r>
          </a:p>
          <a:p>
            <a:pPr marL="0" indent="0">
              <a:buNone/>
            </a:pPr>
            <a:r>
              <a:rPr lang="en-IN" dirty="0"/>
              <a:t>Finds </a:t>
            </a:r>
            <a:r>
              <a:rPr lang="en-IN" dirty="0" err="1"/>
              <a:t>center</a:t>
            </a:r>
            <a:r>
              <a:rPr lang="en-IN" dirty="0"/>
              <a:t> coordinates &amp; radius of iris/pupil</a:t>
            </a:r>
          </a:p>
          <a:p>
            <a:pPr marL="0" indent="0">
              <a:buNone/>
            </a:pPr>
            <a:r>
              <a:rPr lang="en-IN" dirty="0"/>
              <a:t>Robust against noise and lighting changes</a:t>
            </a:r>
          </a:p>
          <a:p>
            <a:r>
              <a:rPr lang="en-IN" b="1" dirty="0"/>
              <a:t>Dataset Based Testing</a:t>
            </a:r>
          </a:p>
          <a:p>
            <a:pPr marL="0" indent="0">
              <a:buNone/>
            </a:pPr>
            <a:r>
              <a:rPr lang="en-IN" dirty="0"/>
              <a:t>Loads eye image from iris dataset</a:t>
            </a:r>
          </a:p>
          <a:p>
            <a:pPr marL="0" indent="0">
              <a:buNone/>
            </a:pPr>
            <a:r>
              <a:rPr lang="en-IN" dirty="0"/>
              <a:t>Detects pupil/iris automatically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064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B8F0-7733-E593-702F-5E865019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57B3BF-CF01-E7A3-C614-FE7A16CB9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248" y="2632995"/>
            <a:ext cx="4817425" cy="3915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87B47A-926F-59BB-59BB-17D6A0F11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641" y="2632996"/>
            <a:ext cx="4810796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25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801B-DF91-809E-D1A8-EE589B42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Plant Disease Detection using Convolutional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3DEE4-E386-5EB7-7EEA-CB1F94697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2" y="2123440"/>
            <a:ext cx="9783096" cy="3896360"/>
          </a:xfrm>
        </p:spPr>
        <p:txBody>
          <a:bodyPr>
            <a:normAutofit/>
          </a:bodyPr>
          <a:lstStyle/>
          <a:p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Plant leaf disease detection uses computer vision &amp; deep learning to classify crop leaves as healthy or diseased by analyzing </a:t>
            </a:r>
            <a:r>
              <a:rPr lang="en-US" b="1" dirty="0"/>
              <a:t>texture, color patterns, and surface variations</a:t>
            </a:r>
            <a:r>
              <a:rPr lang="en-US" dirty="0"/>
              <a:t> in leaf images.</a:t>
            </a:r>
          </a:p>
          <a:p>
            <a:r>
              <a:rPr lang="en-US" b="1" dirty="0"/>
              <a:t>Purpose</a:t>
            </a:r>
          </a:p>
          <a:p>
            <a:pPr marL="0" indent="0">
              <a:buNone/>
            </a:pPr>
            <a:r>
              <a:rPr lang="en-US" dirty="0"/>
              <a:t>Automatic plant disease classification</a:t>
            </a:r>
          </a:p>
          <a:p>
            <a:pPr marL="0" indent="0">
              <a:buNone/>
            </a:pPr>
            <a:r>
              <a:rPr lang="en-US" dirty="0"/>
              <a:t>Early detection to reduce crop loss</a:t>
            </a:r>
          </a:p>
          <a:p>
            <a:pPr marL="0" indent="0">
              <a:buNone/>
            </a:pPr>
            <a:r>
              <a:rPr lang="en-US" dirty="0"/>
              <a:t>Support precision agriculture &amp; smart farming</a:t>
            </a:r>
          </a:p>
          <a:p>
            <a:pPr marL="0" indent="0">
              <a:buNone/>
            </a:pPr>
            <a:r>
              <a:rPr lang="en-US" dirty="0"/>
              <a:t>Enhance food productivity &amp; sustainability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883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0828-636F-73FB-E7EB-B67A33A6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06CDB-8853-78F2-E797-7E1015766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88" y="1747520"/>
            <a:ext cx="9950244" cy="4889254"/>
          </a:xfrm>
        </p:spPr>
        <p:txBody>
          <a:bodyPr>
            <a:normAutofit/>
          </a:bodyPr>
          <a:lstStyle/>
          <a:p>
            <a:r>
              <a:rPr lang="en-IN" b="1" dirty="0"/>
              <a:t>CV Methods</a:t>
            </a:r>
          </a:p>
          <a:p>
            <a:pPr marL="0" indent="0">
              <a:buNone/>
            </a:pPr>
            <a:r>
              <a:rPr lang="en-IN" dirty="0"/>
              <a:t>Shape-from-Texture (leaf texture patterns learned)</a:t>
            </a:r>
          </a:p>
          <a:p>
            <a:pPr marL="0" indent="0">
              <a:buNone/>
            </a:pPr>
            <a:r>
              <a:rPr lang="en-IN" dirty="0"/>
              <a:t>Photometric features (</a:t>
            </a:r>
            <a:r>
              <a:rPr lang="en-IN" dirty="0" err="1"/>
              <a:t>color</a:t>
            </a:r>
            <a:r>
              <a:rPr lang="en-IN" dirty="0"/>
              <a:t> &amp; intensity patterns)</a:t>
            </a:r>
          </a:p>
          <a:p>
            <a:pPr marL="0" indent="0">
              <a:buNone/>
            </a:pPr>
            <a:r>
              <a:rPr lang="en-IN" dirty="0"/>
              <a:t>Surface representation (leaf surface spots &amp; veins)</a:t>
            </a:r>
          </a:p>
          <a:p>
            <a:pPr marL="0" indent="0">
              <a:buNone/>
            </a:pPr>
            <a:r>
              <a:rPr lang="en-IN" dirty="0"/>
              <a:t>Image projection / preprocessing</a:t>
            </a:r>
          </a:p>
          <a:p>
            <a:pPr marL="0" indent="0">
              <a:buNone/>
            </a:pPr>
            <a:r>
              <a:rPr lang="en-IN" dirty="0"/>
              <a:t>Feature extraction through CNN filters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Deep Learning (CNN)</a:t>
            </a:r>
          </a:p>
          <a:p>
            <a:pPr marL="0" indent="0">
              <a:buNone/>
            </a:pPr>
            <a:r>
              <a:rPr lang="en-US" dirty="0"/>
              <a:t>Convolution layers (texture feature extraction)</a:t>
            </a:r>
          </a:p>
          <a:p>
            <a:pPr marL="0" indent="0">
              <a:buNone/>
            </a:pPr>
            <a:r>
              <a:rPr lang="en-US" dirty="0"/>
              <a:t>Max-pooling layers (feature reduction)</a:t>
            </a:r>
          </a:p>
          <a:p>
            <a:pPr marL="0" indent="0">
              <a:buNone/>
            </a:pPr>
            <a:r>
              <a:rPr lang="en-US" dirty="0"/>
              <a:t>Fully-connected + </a:t>
            </a:r>
            <a:r>
              <a:rPr lang="en-US" dirty="0" err="1"/>
              <a:t>Softmax</a:t>
            </a:r>
            <a:r>
              <a:rPr lang="en-US" dirty="0"/>
              <a:t> (classification)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778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5D02-6D38-1B98-8477-518D7E8C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03C720-6397-7768-C3A3-DF0AB1D85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2" y="1930400"/>
            <a:ext cx="1032541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7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04BF-8B70-96FD-A3B9-BD99C5FB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214086" cy="706964"/>
          </a:xfrm>
        </p:spPr>
        <p:txBody>
          <a:bodyPr>
            <a:normAutofit fontScale="90000"/>
          </a:bodyPr>
          <a:lstStyle/>
          <a:p>
            <a:r>
              <a:rPr lang="en-US" dirty="0"/>
              <a:t>TRAFFIC SIGN DETECTION &amp; RECOGNITION USING COMPUTER VISION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29A11-D1F6-DA3C-77CA-AB0815C76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720" y="2603500"/>
            <a:ext cx="10485120" cy="3827780"/>
          </a:xfrm>
        </p:spPr>
        <p:txBody>
          <a:bodyPr>
            <a:normAutofit/>
          </a:bodyPr>
          <a:lstStyle/>
          <a:p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Traffic sign detection and recognition uses computer vision and machine learning to </a:t>
            </a:r>
            <a:r>
              <a:rPr lang="en-US" b="1" dirty="0"/>
              <a:t>detect road sign boards in images/video</a:t>
            </a:r>
            <a:r>
              <a:rPr lang="en-US" dirty="0"/>
              <a:t> and classify them into categories such as speed limit, stop sign, turn indicators, etc.</a:t>
            </a:r>
          </a:p>
          <a:p>
            <a:pPr marL="0" indent="0">
              <a:buNone/>
            </a:pPr>
            <a:r>
              <a:rPr lang="en-US" dirty="0"/>
              <a:t>This helps machines understand road rules like human drivers do.</a:t>
            </a:r>
          </a:p>
          <a:p>
            <a:r>
              <a:rPr lang="en-US" b="1" dirty="0"/>
              <a:t>Purpose</a:t>
            </a:r>
          </a:p>
          <a:p>
            <a:pPr marL="0" indent="0">
              <a:buNone/>
            </a:pPr>
            <a:r>
              <a:rPr lang="en-US" dirty="0"/>
              <a:t>Assist drivers &amp; prevent road accidents</a:t>
            </a:r>
          </a:p>
          <a:p>
            <a:pPr marL="0" indent="0">
              <a:buNone/>
            </a:pPr>
            <a:r>
              <a:rPr lang="en-US" dirty="0"/>
              <a:t>Enhance autonomous driving &amp; ADAS systems</a:t>
            </a:r>
          </a:p>
          <a:p>
            <a:pPr marL="0" indent="0">
              <a:buNone/>
            </a:pPr>
            <a:r>
              <a:rPr lang="en-US" dirty="0"/>
              <a:t>Automatically detect road signs in real-time</a:t>
            </a:r>
          </a:p>
          <a:p>
            <a:pPr marL="0" indent="0">
              <a:buNone/>
            </a:pPr>
            <a:r>
              <a:rPr lang="en-US" dirty="0"/>
              <a:t>Improve transportation safety &amp; automation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648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85DB-D5AA-92DB-D5A2-5048DD87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01A11-8D01-0167-8A57-84A942D10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Computer Vision Techniques</a:t>
            </a:r>
          </a:p>
          <a:p>
            <a:pPr marL="0" indent="0">
              <a:buNone/>
            </a:pPr>
            <a:r>
              <a:rPr lang="en-IN" dirty="0"/>
              <a:t>Image preprocessing (resize, normalization)</a:t>
            </a:r>
          </a:p>
          <a:p>
            <a:pPr marL="0" indent="0">
              <a:buNone/>
            </a:pPr>
            <a:r>
              <a:rPr lang="en-IN" dirty="0" err="1"/>
              <a:t>Color</a:t>
            </a:r>
            <a:r>
              <a:rPr lang="en-IN" dirty="0"/>
              <a:t> segmentation (</a:t>
            </a:r>
            <a:r>
              <a:rPr lang="en-IN" i="1" dirty="0"/>
              <a:t>red/blue sign detection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Contour extraction to locate sign region</a:t>
            </a:r>
          </a:p>
          <a:p>
            <a:pPr marL="0" indent="0">
              <a:buNone/>
            </a:pPr>
            <a:r>
              <a:rPr lang="en-IN" dirty="0"/>
              <a:t>ROI (Region of Interest) extraction</a:t>
            </a:r>
          </a:p>
          <a:p>
            <a:pPr marL="0" indent="0">
              <a:buNone/>
            </a:pPr>
            <a:r>
              <a:rPr lang="en-IN" dirty="0"/>
              <a:t>Shape recognition for circles / triangles / rectangles</a:t>
            </a:r>
          </a:p>
          <a:p>
            <a:r>
              <a:rPr lang="en-IN" b="1" dirty="0"/>
              <a:t>Machine Learning / CNN</a:t>
            </a:r>
          </a:p>
          <a:p>
            <a:pPr marL="0" indent="0">
              <a:buNone/>
            </a:pPr>
            <a:r>
              <a:rPr lang="en-IN" dirty="0"/>
              <a:t>Feature extraction using CNN filters</a:t>
            </a:r>
          </a:p>
          <a:p>
            <a:pPr marL="0" indent="0">
              <a:buNone/>
            </a:pPr>
            <a:r>
              <a:rPr lang="en-IN" dirty="0"/>
              <a:t>Classification of detected sign using </a:t>
            </a:r>
            <a:r>
              <a:rPr lang="en-IN" dirty="0" err="1"/>
              <a:t>softmax</a:t>
            </a:r>
            <a:r>
              <a:rPr lang="en-IN" dirty="0"/>
              <a:t> head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517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1605-F94A-8F0A-A47D-35828561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A6F63B-90E7-A6FA-2BDC-4C3569C28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798933"/>
            <a:ext cx="8596312" cy="260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57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113C-3412-8EC6-4800-FF9B54A6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5A25D-59FA-0406-B61E-9158D2F56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https://github.com/Aaditya-Ranjan/CV-Mini-Projects</a:t>
            </a:r>
          </a:p>
        </p:txBody>
      </p:sp>
    </p:spTree>
    <p:extLst>
      <p:ext uri="{BB962C8B-B14F-4D97-AF65-F5344CB8AC3E}">
        <p14:creationId xmlns:p14="http://schemas.microsoft.com/office/powerpoint/2010/main" val="1343173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14AB-95C5-E6A0-20C8-8FF5B93F9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6600" b="1" dirty="0"/>
              <a:t>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0861522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508</TotalTime>
  <Words>684</Words>
  <Application>Microsoft Office PowerPoint</Application>
  <PresentationFormat>Widescreen</PresentationFormat>
  <Paragraphs>113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</vt:lpstr>
      <vt:lpstr>CV PROJECT</vt:lpstr>
      <vt:lpstr>Edge and Corner Detection in Images using OpenCV </vt:lpstr>
      <vt:lpstr>Methods Used </vt:lpstr>
      <vt:lpstr>PowerPoint Presentation</vt:lpstr>
      <vt:lpstr>Shape Recognition using Boundary Descriptors and Image Moments</vt:lpstr>
      <vt:lpstr>Methods Used </vt:lpstr>
      <vt:lpstr>OUTPUT</vt:lpstr>
      <vt:lpstr>HUMAN IRIS DETECTION USING HOUGH TRANSFORM</vt:lpstr>
      <vt:lpstr>Methods Used </vt:lpstr>
      <vt:lpstr>OUTPUT</vt:lpstr>
      <vt:lpstr>Plant Disease Detection using Convolutional Neural Networks</vt:lpstr>
      <vt:lpstr>Methods Used</vt:lpstr>
      <vt:lpstr>OUTPUT</vt:lpstr>
      <vt:lpstr>TRAFFIC SIGN DETECTION &amp; RECOGNITION USING COMPUTER VISION</vt:lpstr>
      <vt:lpstr>Methods Used</vt:lpstr>
      <vt:lpstr>OUTPUT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AADITYA RANJAN (RA2211031010171)</dc:creator>
  <cp:lastModifiedBy>AADITYA RANJAN (RA2211031010171)</cp:lastModifiedBy>
  <cp:revision>2</cp:revision>
  <dcterms:created xsi:type="dcterms:W3CDTF">2025-11-05T07:33:25Z</dcterms:created>
  <dcterms:modified xsi:type="dcterms:W3CDTF">2025-11-05T16:01:40Z</dcterms:modified>
</cp:coreProperties>
</file>